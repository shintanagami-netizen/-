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0"/>
            <a:ext cx="11868912" cy="2286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10916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〇〇市 次期システム導入提案書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720840"/>
            <a:ext cx="11868912" cy="13716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73152"/>
            <a:ext cx="2011680" cy="6257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</a:rPr>
              <a:t>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3659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・本提案は〇〇市の次期業務システム導入に関するものです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・現行システムの課題を解決し、業務効率化を実現します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・導入期間：2026年10月〜2027年3月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748272"/>
            <a:ext cx="11868912" cy="10972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73152"/>
            <a:ext cx="2011680" cy="6257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</a:rPr>
              <a:t>現状の課題とニーズ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3659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・現行システムは2010年導入で老朽化が進んでいる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・複数システムが乱立しており、データ連携が困難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・職員のITリテラシーに差があり、操作性の改善が必要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・セキュリティ基準への対応が不十分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748272"/>
            <a:ext cx="11868912" cy="10972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73152"/>
            <a:ext cx="2011680" cy="6257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</a:rPr>
              <a:t>次期システムの方針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3659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1. クラウドベースのシステム統合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2. 直感的なUI/UXの採用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3. 既存データの完全移行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4. セキュリティ強化（ゼロトラスト対応）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748272"/>
            <a:ext cx="11868912" cy="10972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73152"/>
            <a:ext cx="2011680" cy="6257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</a:rPr>
              <a:t>導入スケジュール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3659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・2026年10月：要件定義・設計開始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・2026年12月：開発・テスト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・2027年2月：移行・並行稼働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2E"/>
                </a:solidFill>
              </a:rPr>
              <a:t>・2027年3月：本番リリース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748272"/>
            <a:ext cx="11868912" cy="10972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73152"/>
            <a:ext cx="2011680" cy="6257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