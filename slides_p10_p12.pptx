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貴社の成長戦略は「No.1 Backoffice AI Company」の実現。「SaaS価値向上」「AIプロダクト」「M&amp;A」を3本柱とし、FY28で売上高900億円を目指す。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柱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内容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詳細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SaaS：バックオフィスSaaSの価値向上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60超のプロダクトで会計・人事・法務を網羅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顧客基盤の拡大とARPA向上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AI：AIプロダクトの開発・提供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AIエージェント・AIネイティブプロダクト・AI×BPO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業務を自律処理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M&amp;A：M&amp;A戦略の遂行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サービスラインナップ拡充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経営管理領域を全方位でカバーする体制を構築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2766568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" y="2868168"/>
            <a:ext cx="10515600" cy="339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TAMの5倍拡大：デジタルツール市場（2.8兆円）→ デジタルワーカー市場（14.1兆円）へ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FY28目標：売上高900億円以上 / EBITDA270億円以上 / 事業CF180億円以上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お電話でお伺いした内容を整理し、貴社固有の課題仮説を立てさせていただきました。合っている・合っていないも含めて率直にお聞かせいただければと思います。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お伺いした事実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そこから立てた課題仮説（貴社固有の構造的要因）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受注率に個人間バラつき（特に受注率に差分。機能売りになりがち、仮説もばらつく）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「課題パターン×プロダクト組み合わせ」の型がない。会計領域は業種×規模×フェーズで業務フローが根本的に異なり、汎用トークスクリプトでは対応不可。60超のプロダクトから最適な組み合わせを判断する型がないため、FSの商品知識の差＝受注率の差に。競合（freee/弥生/OBC）との機能比較になると価格勝負に陥りやすい。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中途がワークしない（1人あたり売上低下）中途採用を増やしているが全員がワークしていない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マネフォ固有の複雑さ×採用市場の構造変化が重なっている。SaaS業界の求人倍率高止まりにより、面接評価と実配属後のパフォーマンスにギャップ。「会計×60超プロダクト×SaaS/Fintech/AI三層構造」は他SaaSと比較にならない複雑さ。前職スキルがそのまま通用せず、得意な1-2商品に偏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Salesforce利用中だがExcel併用（集計にはエクセルも使用。楠木先生のセミナーにも参加）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低下の原因をデータで特定できず、介入ポイントが見えない。Salesforceにデータはあるが、受注率がどのフェーズで落ちているかやリードソース×担当者別の分析ができていない。Excel併用＝ドリルダウンできない＝営業企画部として介入ポイントが判断できない状態。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2766568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" y="2868168"/>
            <a:ext cx="10515600" cy="339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3つの仮説は突き詰めると **「営業の型が可視化されていないこと」** に帰着すると考えています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ASIS：戦略推進にあたっての仮説障壁 → TOBE：解決策・ご提案骨子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TOBE：解決策・ご提案骨子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2492197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2144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**受注率のバラつき**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会計領域×60超プロダクトの「課題パターン×組み合わせ提案」の型がなく、個人の商品知識に依存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ヒアリングが浅いまま提案に入り、機能売りに逃げる構造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**中途がワークしない**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採用市場の構造変化＋マネフォ固有の複雑さにより、想定期間で立ち上がれない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前職の得意商品に偏り、ポートフォリオ全体を活かせない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**介入ポイントが見えない**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Salesforceにデータはあるが、どのフェーズで受注率が落ちているか可視化されていない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Excel併用によりPDCA回転速度が遅い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2144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**SEP：会計領域特化の営業の型を設計**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カスタマーパス設計により「意思決定プロセス」に沿ったヒアリング・提案の型を実装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ニーズマップで「課題パターン×プロダクト組み合わせ」を体系化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**VISUALIZE：介入ポイントの可視化**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リードソース×担当者別のドリルダウン分析が可能に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Excel集計を撤廃し、営業企画部がデータで介入判断できる状態を構築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**Buddy伴走：戦略と実行の断絶を埋める**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朝会夕会の運用設計と専任Buddy伴走により定着支援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「型を知っている」→「型を実行できる」→「型が文化になる」まで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FY28に向けて採用数に比例して売上が伸びる組織構造を構築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3823157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" y="3924757"/>
            <a:ext cx="10515600" cy="233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貴社の営業の型を可視化（カスタマーパス作成）し再現性ある営業組織を構築 ＋ **データ基盤で介入ポイントを可視化** の2点が第一歩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