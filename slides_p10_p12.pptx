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E07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E07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  <a:latin typeface="Meiryo UI"/>
              </a:rPr>
              <a:t>AIエージェント・AIネイティブプロダクト・AI×BPOで業務を自律処理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7B6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7B6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  <a:latin typeface="Meiryo UI"/>
              </a:rPr>
              <a:t>サービスラインナップ拡充。経営管理領域を全方位でカバーする体制を構築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TAMの5倍拡大：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デジタルツール市場（2.8兆円）→ デジタルワーカー市場（14.1兆円）へ　｜　FY28目標：売上900億円以上 / EBITDA270億円以上 / 事業CF180億円以上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お電話でお伺いした内容を整理し、貴社固有の課題仮説を立てさせていただきました。合っている・合っていないも含めて率直にお聞かせいただければと思います。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事象（Fact）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課題の核心（Insight）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受注率に個人間バラつき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60超プロダクトの最適組み合わせは個人知識依存。型なし＝商品知識の差＝受注率の差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中途がワークしない（1人あたり売上低下）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マネフォ固有の複雑さが前職スキルを無効化。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会計×60超×SaaS/Fintech/AI三層構造は他SaaSと別次元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Salesforceあり・Excel併用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フェーズ別受注率・担当者別分析不可。戦略はあるが実行を支える基盤がない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</a:rPr>
              <a:t>3仮説の帰着点：</a:t>
            </a:r>
            <a:r>
              <a:rPr sz="14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。戦略はあるが実行を支える基盤がない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ASIS：3つの仮説障壁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TOBE：3つの解決施策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40832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提案の型なし→個人の商品知識に依存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ヒアリング浅→機能売りに逃げる構造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採用市場変化＋マネフォ固有の複雑さ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前職スキルが通用せず1-2商品に偏る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フェーズ別受注率が可視化されていない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Excel併用→PDCAが回せない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カスタマーパスで「意思決定プロセス」に沿った提案型を実装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Excel撤廃→営業企画がデータで介入判断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