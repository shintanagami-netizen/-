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ご状況について（成長戦略から目指される姿）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FY28売上900億円の道筋は明確。SaaS・AI・M&amp;Aの3本柱でTAMを5倍に拡大する。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2437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柱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戦略の核心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目指す状態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SaaS：バックオフィス価値向上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60超プロダクトで会計・人事・法務を網羅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顧客基盤拡大とARPA向上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AI：AIプロダクト開発・提供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AIエージェント・AIネイティブ・AI×BPO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業務の自律処理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05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M&amp;A：戦略的サービス拡充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経営管理領域を全方位でカバー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サービスラインナップ拡充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3878020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504" y="3991812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TAM拡大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FY28財務目標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デジタルツール市場 2.8兆円 → </a:t>
                      </a:r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デジタルワーカー市場 14.1兆円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（5倍）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売上900億・EBITDA270億・事業CF180億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事前にお伺いした内容からの課題仮説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3つの事象は全て「営業の型が可視化されていない」1点に帰着する。</a:t>
            </a:r>
            <a:r>
              <a:rPr sz="1800" b="0" i="0">
                <a:solidFill>
                  <a:srgbClr val="1A1A1A"/>
                </a:solidFill>
                <a:latin typeface="Meiryo UI"/>
              </a:rPr>
              <a:t> ここを解くと全てが動く。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38504" y="128016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事象（Fact）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課題の核心（Insight）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受注率に個人間バラつき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提案の型がない。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60超プロダクトの最適組み合わせは個人知識依存。型なし＝商品知識の差＝受注率の差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中途がワークしない（1人あたり売上低下）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マネフォ固有の複雑さが前職スキルを無効化。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会計×60超×SaaS/Fintech/AI三層構造は他SaaSと別次元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Salesforceあり・Excel併用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A1A1A"/>
                          </a:solidFill>
                          <a:latin typeface="Meiryo UI"/>
                        </a:rPr>
                        <a:t>介入ポイントが見えない。</a:t>
                      </a:r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 フェーズ別受注率・担当者別分析不可。戦略はあるが実行を支える基盤がない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8504" y="5098288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5199888"/>
            <a:ext cx="10515600" cy="106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3仮説の帰着点：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「営業の型が可視化されていないこと」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課題解決に向けたご提案骨子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Meiryo UI"/>
              </a:rPr>
              <a:t>型の設計×データ可視化×伴走の3施策セットで、採用数に比例して売上が伸びる組織を構築する。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ASIS：3つの仮説障壁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TOBE：3つの解決施策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54" y="1280160"/>
            <a:ext cx="12700" cy="2492197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受注率のバラつき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提案の型なし→個人の商品知識に依存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ヒアリング浅→機能売りに逃げる構造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中途がワークしない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採用市場変化＋マネフォ固有の複雑さ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前職スキルが通用せず1-2商品に偏る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介入ポイントが見えない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フェーズ別受注率が可視化されていない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Excel併用→PDCAが回せない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6324" y="1627632"/>
            <a:ext cx="5097780" cy="2144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SEP：会計特化の営業の型を設計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カスタマーパスで「意思決定プロセス」に沿った提案型を実装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中途でも型に沿えば最適提案が可能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VISUALIZE：介入ポイントを可視化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受注率×フェーズ移行率をリアルタイム可視化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Excel撤廃→営業企画がデータで介入判断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Buddy伴走：戦略と実行の断絶を埋める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型を知る→実行できる→文化になるまで定着支援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FY28へ向け採用数比例の成長組織を構築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3823157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3924757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1" i="0">
                <a:solidFill>
                  <a:srgbClr val="1A1A1A"/>
                </a:solidFill>
                <a:latin typeface="Meiryo UI"/>
              </a:rPr>
              <a:t>第一歩：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 営業の型の可視化（カスタマーパス作成）＋ データ基盤で介入ポイントを可視化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