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FY28売上900億円の道筋は明確。SaaS・AI・M&amp;Aの3本柱でTAMを5倍に拡大する。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柱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戦略の核心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目指す状態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SaaS：バックオフィス価値向上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60超プロダクトで会計・人事・法務を網羅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顧客基盤拡大とARPA向上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AI：AIプロダクト開発・提供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AIエージェント・AIネイティブ・AI×BPO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業務の自律処理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M&amp;A：戦略的サービス拡充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経営管理領域を全方位でカバー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サービスラインナップ拡充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276656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504" y="5469026.0"/>
          <a:ext cx="1051560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TAM拡大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FY28財務目標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デジタルツール市場 2.8兆円 → **デジタルワーカー市場 14.1兆円**（5倍）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売上900億・EBITDA270億・事業CF180億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**3つの事象は全て「営業の型が可視化されていない」1点に帰着する。** ここを解くと全てが動く。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事象（Fact）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課題の核心（Insight）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受注率に個人間バラつき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**提案の型がない。** 60超プロダクトの最適組み合わせは個人知識依存。型なし＝商品知識の差＝受注率の差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中途がワークしない（1人あたり売上低下）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**マネフォ固有の複雑さが前職スキルを無効化。** 会計×60超×SaaS/Fintech/AI三層構造は他SaaSと別次元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Salesforceあり・Excel併用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**介入ポイントが見えない。** フェーズ別受注率・担当者別分析不可。戦略はあるが実行を支える基盤がない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276656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2868168"/>
            <a:ext cx="10515600" cy="339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3仮説の帰着点：**「営業の型が可視化されていないこと」**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**型の設計×データ可視化×伴走の3施策セットで、採用数に比例して売上が伸びる組織を構築する。**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ASIS：3つの仮説障壁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TOBE：3つの解決施策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2492197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**受注率のバラつき**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提案の型なし→個人の商品知識に依存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ヒアリング浅→機能売りに逃げる構造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**中途がワークしない**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採用市場変化＋マネフォ固有の複雑さ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前職スキルが通用せず1-2商品に偏る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**介入ポイントが見えない**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フェーズ別受注率が可視化されていない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Excel併用→PDCAが回せない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**SEP：会計特化の営業の型を設計**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カスタマーパスで「意思決定プロセス」に沿った提案型を実装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**VISUALIZE：介入ポイントを可視化**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Excel撤廃→営業企画がデータで介入判断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**Buddy伴走：戦略と実行の断絶を埋める**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3823157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3924757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**第一歩：** 営業の型の可視化（カスタマーパス作成）＋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